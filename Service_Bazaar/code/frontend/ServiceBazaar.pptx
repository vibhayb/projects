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  <p:sldId id="262" r:id="rId7"/>
    <p:sldId id="261" r:id="rId8"/>
    <p:sldId id="265" r:id="rId9"/>
    <p:sldId id="26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3CE7-129B-F6C4-4661-6ECDC9929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9FC27-4C13-8FD6-ED00-4F482E901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427B3-D64F-7CBC-3E7D-65AE2BBD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4B8F-9F26-E778-97A5-504B2F68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2CC7A-5887-BE32-E0BD-53F872BD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3C7E-9EDD-FC41-854C-1E0E8D11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9CEAD-5D85-781B-9FC0-FD6102D20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CE9A-E01C-7156-F91F-9A25F6C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D338A-F1B9-1D7A-42C1-1ECAB408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3D877-1201-DBFA-B3E2-22D784AF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8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16E9-DA65-FAA5-9CD8-3F484728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1A953-8CD7-E250-E77B-FEA5FF06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18D4-5FAB-C8EF-E8DE-4F42ECD7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A3227-D336-ACF1-D7E1-A4E1BB21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C7C7-C9DC-23FF-3370-E02044FE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6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153C-D8B1-3300-A5B5-772B0F20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13FD-54B2-D27C-1D47-488481E78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40E1C-F95D-5E7C-016C-77889364C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E2C03-76DA-8D50-0433-0E81F039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3ABD4-DD59-0F11-2E14-0FA0D41C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0C03D-78C1-418C-C45D-B4E123CA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1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9925-92B6-1D20-6ADB-23C8E278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BD0BE-6A35-0C1B-7B10-80E23E711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EED80-FBC7-906E-B12E-E488FED44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F5A25-0771-C08D-F1AE-D9B5748E5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D79D-4051-269D-9C5F-AE17F4855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C3056-3B1A-E6BE-18BE-D723EA42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8D14A-380D-4C29-7305-D59C8141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4A162-3C38-EB50-B10F-9DDE2201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9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AA51-5BDC-AE82-8646-4F0B37B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9F8A33-8071-CEFA-8939-9EB5C560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4C8B4-E44C-C1E5-86C8-43F55490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96783-73CF-482F-313A-5DE2103B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1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5C032-2232-8162-B142-0EFC7D53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54EC1-C948-B736-EEB6-6B8A60D4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739E0-FF63-ECDA-5D2B-574D3A32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3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2222-DA47-4F78-6AD8-88E9B1D6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EB050-DDFD-97D2-D5A2-DB53A0C5C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854D6-FAFC-6ABF-9459-DE51BD368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7B65E-A9C1-3267-5339-C2FC5B91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76D08-4E0B-BC2D-FD6D-F5B0274D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D87EA-EDB1-4639-37B8-40EC460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1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DA17-87AF-2C79-0183-E0FCA7A9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06D7C-5EF5-B3AE-B758-C6CBD2EEA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B3C4D-C231-6EE4-BDE1-3633D1FF0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4E9E-D4D1-BA78-AF9F-2F5407B7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73408-2D59-A989-1112-465B1D39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AAE3-3E64-65C4-5EAE-8EEE259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E29D-F940-AE4B-E207-9B134798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6E345-490D-7B1E-D413-006F35D57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4948-0AA7-925F-D459-2C1847B3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88EA-E186-E0D4-ACF2-E0DC067E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EA0C-4AF2-639D-045D-1BAC8415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0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95AA1-1AA5-7FFA-6080-A5A5A3280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86875-6060-A235-16D6-5D0FA0EB0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B0A6B-824C-9854-AFEF-C8BF0EF7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DBD57-CA2D-399C-FDBD-C58ACAD8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6EE15-345C-F224-1C8F-95E9A0C2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52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21C36-5DB7-F12D-F8D1-3509A3FC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CD467-89FD-6E1C-54AB-1CC3B9EED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DB63C-BFF6-1283-04F1-DBDCEE53A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85703-CB68-41FF-9272-00A8E335D68A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DF026-040D-3BC9-1E94-99D409665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73F3-9D97-63C9-1D97-D94925BAE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29524-BFA8-4C7A-89E8-A4FE8224C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18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CD910C-1868-B907-8771-E38895CB0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5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4F65-BF6B-22EB-F7D5-9ED511D9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EBAAF-1ECF-BD95-0866-0B70B58D6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20F24E-9DF7-D4C6-C342-A86D9718B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2" b="4448"/>
          <a:stretch>
            <a:fillRect/>
          </a:stretch>
        </p:blipFill>
        <p:spPr>
          <a:xfrm>
            <a:off x="8982710" y="1341120"/>
            <a:ext cx="2640330" cy="53145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7274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E1C1-77C2-FB2D-7F3A-C6808048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1020F-F6C9-B1D4-A3B4-8A0D03C24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170F6D-0CF2-18D7-8DB9-E050AFD54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 b="5334"/>
          <a:stretch>
            <a:fillRect/>
          </a:stretch>
        </p:blipFill>
        <p:spPr>
          <a:xfrm>
            <a:off x="8992870" y="1310640"/>
            <a:ext cx="2630170" cy="52733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71459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C154-3CF6-AE17-49C9-D02EBB7D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32E0C-2123-2C9D-F900-D922D5123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13DF6B-A85F-02F6-7E3F-FE906A7A3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7" b="5777"/>
          <a:stretch>
            <a:fillRect/>
          </a:stretch>
        </p:blipFill>
        <p:spPr>
          <a:xfrm>
            <a:off x="8992870" y="1391919"/>
            <a:ext cx="2609850" cy="51724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2738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8589-101B-969F-7EA6-B29B4907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46D6-62BB-F94C-CE6B-9E8954B4E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BC914D-F6B6-85C0-8DA3-331D352F7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9" b="4592"/>
          <a:stretch>
            <a:fillRect/>
          </a:stretch>
        </p:blipFill>
        <p:spPr>
          <a:xfrm>
            <a:off x="8982711" y="1290320"/>
            <a:ext cx="2581010" cy="51917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7997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2378-EFDF-AC59-AA4B-0B86C359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0C537-999D-86B7-D9DA-FABC80C4C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103CA-0FB4-AE5E-F4AE-F2EE3B2EF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2" b="6047"/>
          <a:stretch>
            <a:fillRect/>
          </a:stretch>
        </p:blipFill>
        <p:spPr>
          <a:xfrm>
            <a:off x="9003030" y="1280160"/>
            <a:ext cx="2630170" cy="52195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0989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1998-4F4E-DD99-8FAF-DD1A4483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CBF26-77E0-3EFC-B3AA-8A9D3DACC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F5E89-6522-6A09-D47E-657403502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" b="5698"/>
          <a:stretch>
            <a:fillRect/>
          </a:stretch>
        </p:blipFill>
        <p:spPr>
          <a:xfrm>
            <a:off x="8962390" y="1361440"/>
            <a:ext cx="2640330" cy="52679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AA1003-8D99-0AF5-8929-4BF744A78110}"/>
              </a:ext>
            </a:extLst>
          </p:cNvPr>
          <p:cNvSpPr/>
          <p:nvPr/>
        </p:nvSpPr>
        <p:spPr>
          <a:xfrm>
            <a:off x="355002" y="3894268"/>
            <a:ext cx="8122024" cy="11187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31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565D-21C8-6A38-EF8D-0EA980B7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A0323-D562-8853-B19F-BD5484883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4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5616-615F-59E6-5617-42E7D280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5ACD0-6F65-2D5C-CCCC-7534A87F9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15779B-2B63-5D2B-1865-6950012CC885}"/>
              </a:ext>
            </a:extLst>
          </p:cNvPr>
          <p:cNvSpPr/>
          <p:nvPr/>
        </p:nvSpPr>
        <p:spPr>
          <a:xfrm>
            <a:off x="548640" y="5680038"/>
            <a:ext cx="6519134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7CCBB-B061-827B-7529-2E5FDC37B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25" r="4500"/>
          <a:stretch>
            <a:fillRect/>
          </a:stretch>
        </p:blipFill>
        <p:spPr>
          <a:xfrm>
            <a:off x="0" y="4711849"/>
            <a:ext cx="11643360" cy="16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2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6B43-FE83-AF53-0BBF-00973E32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F8E4F2-FBCA-6AC5-6F00-52DE29E54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8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Vibhay Bakshi</dc:creator>
  <cp:lastModifiedBy>Vibhay Bakshi</cp:lastModifiedBy>
  <cp:revision>17</cp:revision>
  <dcterms:created xsi:type="dcterms:W3CDTF">2025-11-03T05:56:54Z</dcterms:created>
  <dcterms:modified xsi:type="dcterms:W3CDTF">2025-12-15T17:46:08Z</dcterms:modified>
</cp:coreProperties>
</file>